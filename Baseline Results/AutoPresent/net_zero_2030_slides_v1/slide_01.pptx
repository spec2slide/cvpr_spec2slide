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0000"/>
          </a:solidFill>
        </p:spPr>
        <p:txBody>
          <a:bodyPr/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Net-Zero 2030 Roadmap (Manufacturer)</a:t>
            </a:r>
          </a:p>
        </p:txBody>
      </p:sp>
      <p:pic>
        <p:nvPicPr>
          <p:cNvPr id="3" name="Picture 2" descr="factory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FFFFFF"/>
                </a:solidFill>
              </a:defRPr>
            </a:pPr>
            <a:r>
              <a:t>A practical path to decarbonize a mid-size manufacturer by 2030: 90 ktCO2e abatement, 60 ktCO2e neutralized residuals, resilient economics, and clear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