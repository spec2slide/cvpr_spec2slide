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52CC"/>
                </a:solidFill>
              </a:defRPr>
            </a:pPr>
            <a:r>
              <a:t>Process Electrification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8580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Baseline process heat mmbtu: 400000</a:t>
            </a:r>
            <a:br/>
            <a:r>
              <a:t>2030 target: Electrify 60% of low/medium-temp heat; pilot one high-temp line; integrate 20k MMBtu/yr recovered waste heat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6858000" cy="2743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222222"/>
                </a:solidFill>
              </a:defRPr>
            </a:pPr>
            <a:r>
              <a:t>Equipment plan: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- 4 × 3 MW electric boilers (steam/hot water)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- 6 × 1.2 MW industrial heat pumps (COP 2.5–3.0) for low-temp processes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- 3 × electric IR/convective ovens (1.5–2 MW each) with zonal control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- Thermal storage (4 MWhth) for load shifting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68580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222222"/>
                </a:solidFill>
              </a:defRPr>
            </a:pPr>
            <a:r>
              <a:t>Phasing: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- 2024–2025: FEED studies, pilots on one dryer line, utility interconnection upgrades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- 2026–2027: Phase 1 install (2 boilers, 3 heat pumps), controls tuning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- 2028–2030: Phase 2 scale (remaining boilers/heat pumps, 3 IR ovens), waste-heat integration</a:t>
            </a:r>
          </a:p>
        </p:txBody>
      </p:sp>
      <p:pic>
        <p:nvPicPr>
          <p:cNvPr id="6" name="Picture 5" descr="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5029200"/>
            <a:ext cx="6400800" cy="2743200"/>
          </a:xfrm>
          <a:prstGeom prst="rect">
            <a:avLst/>
          </a:prstGeom>
          <a:solidFill>
            <a:srgbClr val="E1E1E1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0000"/>
                </a:solidFill>
              </a:defRPr>
            </a:pPr>
            <a:r>
              <a:t>Chart Area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