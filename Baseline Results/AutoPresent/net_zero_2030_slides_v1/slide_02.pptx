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0F0F0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5943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1. Baseline and Target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2. Abatement Levers + MAC Curve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3. Energy Procurement (PPAs / On-site)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4. Process Electrification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5. Economics: Capex, Opex, Payback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6. Incentives by Region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7. Risks and Mitigations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8. Governance and KPI Dashboard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9. 6-Quarter Execution Plan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10.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