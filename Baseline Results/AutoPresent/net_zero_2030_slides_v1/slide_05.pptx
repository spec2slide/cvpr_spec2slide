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>
              <a:defRPr sz="3600">
                <a:solidFill>
                  <a:srgbClr val="000000"/>
                </a:solidFill>
              </a:defRPr>
            </a:pPr>
            <a:r>
              <a:t>100% Renewable Electricity: PPAs + On-site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2743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Electricity demand GWh by year: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2024: 58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2025: 55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2026: 50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2027: 60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2028: 70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2029: 74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2030: 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914400"/>
            <a:ext cx="5486400" cy="2743200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normAutofit/>
          </a:bodyPr>
          <a:lstStyle/>
          <a:p/>
          <a:p>
            <a:pPr>
              <a:defRPr sz="1600">
                <a:solidFill>
                  <a:srgbClr val="000000"/>
                </a:solidFill>
              </a:defRPr>
            </a:pPr>
            <a:r>
              <a:t>On-site PV: 5 MWdc rooftop/ground-mount, ~6.5 GWh/yr from 2026; 2 MWh/1 MW battery for peak shaving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VPPA: 50 GWh/yr solar/wind VPPA from 2027; tenor 10 years; hub-settled, Baseload-shaped</a:t>
            </a:r>
          </a:p>
          <a:p>
            <a:pPr>
              <a:defRPr sz="1600">
                <a:solidFill>
                  <a:srgbClr val="000000"/>
                </a:solidFill>
              </a:defRPr>
            </a:pPr>
            <a:r>
              <a:t>Green tariff EACs: Top-up to 100% from 2027 (3.5–18.5 GWh/yr); 30–70% prior to VPPA start</a:t>
            </a:r>
          </a:p>
        </p:txBody>
      </p:sp>
      <p:pic>
        <p:nvPicPr>
          <p:cNvPr id="5" name="Picture 4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657600"/>
            <a:ext cx="9144000" cy="3657600"/>
          </a:xfrm>
          <a:prstGeom prst="rect">
            <a:avLst/>
          </a:prstGeom>
        </p:spPr>
      </p:pic>
      <p:pic>
        <p:nvPicPr>
          <p:cNvPr id="6" name="Picture 5" descr="solar_ar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7315200"/>
            <a:ext cx="3657600" cy="1828800"/>
          </a:xfrm>
          <a:prstGeom prst="rect">
            <a:avLst/>
          </a:prstGeom>
        </p:spPr>
      </p:pic>
      <p:pic>
        <p:nvPicPr>
          <p:cNvPr id="7" name="Picture 6" descr="ppa_sig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731520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