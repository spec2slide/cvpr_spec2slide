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Misconceptions &amp; Myth‑Busting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5486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990000"/>
                </a:solidFill>
              </a:defRPr>
            </a:pPr>
            <a:r>
              <a:t>Myth: 15‑minute cities ‘restrict movement.’</a:t>
            </a:r>
          </a:p>
          <a:p>
            <a:pPr>
              <a:defRPr sz="2000">
                <a:solidFill>
                  <a:srgbClr val="990000"/>
                </a:solidFill>
              </a:defRPr>
            </a:pPr>
            <a:r>
              <a:t>Myth: It’s anti‑car.</a:t>
            </a:r>
          </a:p>
          <a:p>
            <a:pPr>
              <a:defRPr sz="2000">
                <a:solidFill>
                  <a:srgbClr val="990000"/>
                </a:solidFill>
              </a:defRPr>
            </a:pPr>
            <a:r>
              <a:t>Myth: Only works in dense European cores.</a:t>
            </a:r>
          </a:p>
          <a:p>
            <a:pPr>
              <a:defRPr sz="2000">
                <a:solidFill>
                  <a:srgbClr val="990000"/>
                </a:solidFill>
              </a:defRPr>
            </a:pPr>
            <a:r>
              <a:t>Myth: Hurts business.</a:t>
            </a:r>
          </a:p>
          <a:p>
            <a:pPr>
              <a:defRPr sz="2000">
                <a:solidFill>
                  <a:srgbClr val="990000"/>
                </a:solidFill>
              </a:defRPr>
            </a:pPr>
            <a:r>
              <a:t>Myth: Too expensive.</a:t>
            </a:r>
          </a:p>
          <a:p>
            <a:pPr>
              <a:defRPr sz="2000">
                <a:solidFill>
                  <a:srgbClr val="990000"/>
                </a:solidFill>
              </a:defRPr>
            </a:pPr>
            <a:r>
              <a:t>Myth: One‑size‑fits‑all.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371600"/>
            <a:ext cx="6400800" cy="5486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6633"/>
                </a:solidFill>
              </a:defRPr>
            </a:pPr>
            <a:r>
              <a:t>Fact: They expand choices by bringing more nearby; regional and intercity travel remains.</a:t>
            </a:r>
          </a:p>
          <a:p>
            <a:pPr>
              <a:defRPr sz="2000">
                <a:solidFill>
                  <a:srgbClr val="006633"/>
                </a:solidFill>
              </a:defRPr>
            </a:pPr>
            <a:r>
              <a:t>Fact: It’s pro‑option; safer walking/biking/transit plus smarter car use.</a:t>
            </a:r>
          </a:p>
          <a:p>
            <a:pPr>
              <a:defRPr sz="2000">
                <a:solidFill>
                  <a:srgbClr val="006633"/>
                </a:solidFill>
              </a:defRPr>
            </a:pPr>
            <a:r>
              <a:t>Fact: Applicable with context—retrofit arterials, re‑center town centers, and add mixed uses.</a:t>
            </a:r>
          </a:p>
          <a:p>
            <a:pPr>
              <a:defRPr sz="2000">
                <a:solidFill>
                  <a:srgbClr val="006633"/>
                </a:solidFill>
              </a:defRPr>
            </a:pPr>
            <a:r>
              <a:t>Fact: Foot traffic and dwell time typically increase on people‑first streets.</a:t>
            </a:r>
          </a:p>
          <a:p>
            <a:pPr>
              <a:defRPr sz="2000">
                <a:solidFill>
                  <a:srgbClr val="006633"/>
                </a:solidFill>
              </a:defRPr>
            </a:pPr>
            <a:r>
              <a:t>Fact: Low‑cost pilots and curb pricing fund phased, high‑return upgrades.</a:t>
            </a:r>
          </a:p>
          <a:p>
            <a:pPr>
              <a:defRPr sz="2000">
                <a:solidFill>
                  <a:srgbClr val="006633"/>
                </a:solidFill>
              </a:defRPr>
            </a:pPr>
            <a:r>
              <a:t>Fact: Co‑designed with neighborhoods; services reflect local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