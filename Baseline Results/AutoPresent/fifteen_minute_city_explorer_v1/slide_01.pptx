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FB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DFBA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15‑Minute City: Explainer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solidFill>
            <a:srgbClr val="FFDFBA"/>
          </a:solidFill>
        </p:spPr>
        <p:txBody>
          <a:bodyPr wrap="square">
            <a:spAutoFit/>
          </a:bodyPr>
          <a:lstStyle/>
          <a:p/>
          <a:p>
            <a:pPr>
              <a:defRPr sz="2800" b="0">
                <a:solidFill>
                  <a:srgbClr val="663300"/>
                </a:solidFill>
              </a:defRPr>
            </a:pPr>
            <a:r>
              <a:t>A human‑scale urban model where most daily needs are reachable within a 15‑minute walk or bike ride.</a:t>
            </a:r>
          </a:p>
        </p:txBody>
      </p:sp>
      <p:pic>
        <p:nvPicPr>
          <p:cNvPr id="4" name="Picture 3" descr="neighborhoo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12801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