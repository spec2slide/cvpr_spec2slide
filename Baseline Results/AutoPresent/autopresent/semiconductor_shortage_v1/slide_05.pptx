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solidFill>
            <a:srgbClr val="E6E6FA"/>
          </a:solidFill>
        </p:spPr>
        <p:txBody>
          <a:bodyPr wrap="square">
            <a:spAutoFit/>
          </a:bodyPr>
          <a:lstStyle/>
          <a:p/>
          <a:p>
            <a:pPr>
              <a:defRPr sz="3400" b="1">
                <a:solidFill>
                  <a:srgbClr val="003366"/>
                </a:solidFill>
              </a:defRPr>
            </a:pPr>
            <a:r>
              <a:t>Global Fab Capacity Map (Indicative)</a:t>
            </a:r>
          </a:p>
        </p:txBody>
      </p:sp>
      <p:pic>
        <p:nvPicPr>
          <p:cNvPr id="4" name="Picture 3" descr="worl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132320" cy="5852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097280"/>
            <a:ext cx="6766560" cy="5852160"/>
          </a:xfrm>
          <a:prstGeom prst="rect">
            <a:avLst/>
          </a:prstGeom>
          <a:solidFill>
            <a:srgbClr val="E6E6FA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Region: Taiwan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  Focus: Advanced + mature logic (TSMC, UMC)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  Note: Largest global share of leading-edge nodes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Region: South Korea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  Focus: Logic + memory (Samsung, SK hynix)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  Note: Advanced logic and DRAM/NAND scale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Region: United States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  Focus: IDM + foundry expansion (Intel, GF, TSMC AZ)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  Note: CHIPS-funded greenfield/brownfield projects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Region: Mainland China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  Focus: Mature nodes; memory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  Note: Domestic capacity build; export control constraints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Region: EU (incl. Germany)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  Focus: Automotive/industrial; new fabs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  Note: EU Chips Act-supported sites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Region: Japan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  Focus: Mature/advanced (TSMC Kumamoto), specialty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  Note: Strong OSAT/materials ecosystem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Region: SEA (Malaysia, Singapore)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  Focus: OSAT/test; some fabs (GF SG)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  Note: Critical for final assembly/test throughput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