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66CC"/>
                </a:solidFill>
              </a:defRPr>
            </a:pPr>
            <a:r>
              <a:t>Policy Response and Incentives (2022–2023)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United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28016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Program: CHIPS and Science Act (2022)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Focus: Manufacturing incentives, R&amp;D, workforce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Notes: Grants/tax credits; new fabs (logic, memory); supplier ecosystems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39"/>
            <a:ext cx="274320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European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9144000" cy="128016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Program: EU Chips Act (2023)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Focus: Capacity, design platforms, crisis monitoring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Notes: State aid for ‘first-of-a-kind’ fabs; coordination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79"/>
            <a:ext cx="274320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79"/>
            <a:ext cx="9144000" cy="128016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Program: METI subsidies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Focus: TSMC Kumamoto, memory and specialty processes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Notes: Strategic focus on resiliency and advanced-packaging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19"/>
            <a:ext cx="274320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South Korea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19"/>
            <a:ext cx="9144000" cy="128016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Program: K-CHIPS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Focus: Tax incentives; cluster expansion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Notes: Memory + logic cluster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23759"/>
            <a:ext cx="274320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7680959"/>
            <a:ext cx="9144000" cy="128016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Program: Semicon India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Focus: Greenfield manufacturing, ATMP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Notes: Fabrication and OSAT attraction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686799"/>
            <a:ext cx="274320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9143999"/>
            <a:ext cx="9144000" cy="128016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Program: National ‘Big Fund’ (phase II)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Focus: Domestic capacity build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Notes: Mature-node expansion; policy headwinds from export controls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