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888" y="2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0F0F0"/>
          </a:solidFill>
        </p:spPr>
        <p:txBody>
          <a:bodyPr/>
          <a:lstStyle/>
          <a:p>
            <a:pPr>
              <a:defRPr sz="3600">
                <a:solidFill>
                  <a:srgbClr val="000000"/>
                </a:solidFill>
              </a:defRPr>
            </a:pPr>
            <a:r>
              <a:t>Who Was Hit and How</a:t>
            </a:r>
          </a:p>
        </p:txBody>
      </p:sp>
      <p:pic>
        <p:nvPicPr>
          <p:cNvPr id="3" name="Picture 2" descr="icon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endParaRPr/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Sector: Automotive</a:t>
            </a:r>
            <a:br/>
            <a:r>
              <a:t>Pain point: MCU/analog scarcity halted assembly lines</a:t>
            </a:r>
            <a:br/>
            <a:r>
              <a:t>Examples: ECU shortages; delayed EV/ADAS launches</a:t>
            </a:r>
          </a:p>
        </p:txBody>
      </p:sp>
      <p:pic>
        <p:nvPicPr>
          <p:cNvPr id="5" name="Picture 4" descr="icon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endParaRPr/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Sector: Industrial/IoT</a:t>
            </a:r>
            <a:br/>
            <a:r>
              <a:t>Pain point: Long-tail components constrained product ramps</a:t>
            </a:r>
            <a:br/>
            <a:r>
              <a:t>Examples: PLC/controllers; sensor modules</a:t>
            </a:r>
          </a:p>
        </p:txBody>
      </p:sp>
      <p:pic>
        <p:nvPicPr>
          <p:cNvPr id="7" name="Picture 6" descr="icon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endParaRPr/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Sector: Consumer Electronics</a:t>
            </a:r>
            <a:br/>
            <a:r>
              <a:t>Pain point: Allocation and price volatility</a:t>
            </a:r>
            <a:br/>
            <a:r>
              <a:t>Examples: Consoles/GPUs stock-outs; smartphone mix shifts</a:t>
            </a:r>
          </a:p>
        </p:txBody>
      </p:sp>
      <p:pic>
        <p:nvPicPr>
          <p:cNvPr id="9" name="Picture 8" descr="icon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endParaRPr/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Sector: Telecom/Networking</a:t>
            </a:r>
            <a:br/>
            <a:r>
              <a:t>Pain point: Lead times slowed infrastructure rollouts</a:t>
            </a:r>
            <a:br/>
            <a:r>
              <a:t>Examples: Switches/optical modules delays</a:t>
            </a:r>
          </a:p>
        </p:txBody>
      </p:sp>
      <p:pic>
        <p:nvPicPr>
          <p:cNvPr id="11" name="Picture 10" descr="icon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endParaRPr/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Sector: Medical Devices</a:t>
            </a:r>
            <a:br/>
            <a:r>
              <a:t>Pain point: Requalification cycles for alternates</a:t>
            </a:r>
            <a:br/>
            <a:r>
              <a:t>Examples: Regulatory delays on critical devices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118</Words>
  <Application>Microsoft Office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Who Was Hit and How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Saket Gurukar</dc:creator>
  <cp:keywords/>
  <dc:description>generated using python-pptx</dc:description>
  <cp:lastModifiedBy>Saket Gurukar</cp:lastModifiedBy>
  <cp:revision>2</cp:revision>
  <dcterms:created xsi:type="dcterms:W3CDTF">2013-01-27T09:14:16Z</dcterms:created>
  <dcterms:modified xsi:type="dcterms:W3CDTF">2025-11-13T04:22:03Z</dcterms:modified>
  <cp:category/>
</cp:coreProperties>
</file>