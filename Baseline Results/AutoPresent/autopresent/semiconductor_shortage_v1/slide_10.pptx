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3366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Risk Heatmap: Where It Breaks First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943600" cy="5486400"/>
          </a:xfrm>
          <a:prstGeom prst="rect">
            <a:avLst/>
          </a:prstGeom>
        </p:spPr>
      </p:pic>
      <p:pic>
        <p:nvPicPr>
          <p:cNvPr id="4" name="Picture 3" descr="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0"/>
            <a:ext cx="137160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8288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Single-sourced MCU (40nm, AEC-Q100)</a:t>
            </a:r>
            <a:br/>
            <a:r>
              <a:t>Likelihood: High</a:t>
            </a:r>
            <a:br/>
            <a:r>
              <a:t>Impact: Severe</a:t>
            </a:r>
            <a:br/>
            <a:r>
              <a:t>Notes: 12–18 month requalification; safety-critical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7432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OSAT lockdown or labor shortage</a:t>
            </a:r>
            <a:br/>
            <a:r>
              <a:t>Likelihood: Medium</a:t>
            </a:r>
            <a:br/>
            <a:r>
              <a:t>Impact: High</a:t>
            </a:r>
            <a:br/>
            <a:r>
              <a:t>Notes: Throughput shock across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6576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Export control change</a:t>
            </a:r>
            <a:br/>
            <a:r>
              <a:t>Likelihood: Medium</a:t>
            </a:r>
            <a:br/>
            <a:r>
              <a:t>Impact: High</a:t>
            </a:r>
            <a:br/>
            <a:r>
              <a:t>Notes: Sudden BOM redesign or supply rerouting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5720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8-inch tool scarcity</a:t>
            </a:r>
            <a:br/>
            <a:r>
              <a:t>Likelihood: High</a:t>
            </a:r>
            <a:br/>
            <a:r>
              <a:t>Impact: Medium</a:t>
            </a:r>
            <a:br/>
            <a:r>
              <a:t>Notes: Prolonged mature-node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4864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Logistics bottlenecks</a:t>
            </a:r>
            <a:br/>
            <a:r>
              <a:t>Likelihood: Medium</a:t>
            </a:r>
            <a:br/>
            <a:r>
              <a:t>Impact: Medium</a:t>
            </a:r>
            <a:br/>
            <a:r>
              <a:t>Notes: Regional shutdowns; port congestion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00800"/>
            <a:ext cx="64008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000000"/>
                </a:solidFill>
              </a:defRPr>
            </a:pPr>
            <a:r>
              <a:t>Name: Quality excursion at supplier</a:t>
            </a:r>
            <a:br/>
            <a:r>
              <a:t>Likelihood: Low</a:t>
            </a:r>
            <a:br/>
            <a:r>
              <a:t>Impact: High</a:t>
            </a:r>
            <a:br/>
            <a:r>
              <a:t>Notes: Field actions; scrap, rework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