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323232"/>
                </a:solidFill>
              </a:defRPr>
            </a:pPr>
            <a:r>
              <a:t>Lead-Time Trend (Weeks): 2020–2023</a:t>
            </a:r>
          </a:p>
        </p:txBody>
      </p:sp>
      <p:pic>
        <p:nvPicPr>
          <p:cNvPr id="3" name="Picture 2" descr="lead_tim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2801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7315200"/>
            <a:ext cx="12801600" cy="1371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323232"/>
                </a:solidFill>
              </a:defRPr>
            </a:pPr>
            <a:r>
              <a:t>2021 shocks amplified constraints (weather events, fires, OSAT lockdowns)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Mature-node categories peaked highest; memory cycled sooner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By late 2023, normalization underway but uneven across categories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