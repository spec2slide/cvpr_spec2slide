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66CC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5486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800">
                <a:solidFill>
                  <a:srgbClr val="000000"/>
                </a:solidFill>
              </a:defRPr>
            </a:pPr>
            <a:r>
              <a:t>1. Definition &amp; Principles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2. Case Studies: Paris, Melbourne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3. Street Redesign Elements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4. Mixed‑Use Zoning Toolkit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5. Mobility Modes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6. Equity &amp; Accessibility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7. Misconceptions &amp; Myth‑busting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8. Cost/Benefit</a:t>
            </a:r>
          </a:p>
          <a:p>
            <a:pPr>
              <a:defRPr sz="2800">
                <a:solidFill>
                  <a:srgbClr val="000000"/>
                </a:solidFill>
              </a:defRPr>
            </a:pPr>
            <a:r>
              <a:t>9. Implementation Roadmap &amp;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