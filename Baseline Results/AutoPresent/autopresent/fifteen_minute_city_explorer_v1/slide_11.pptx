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Implementation Roadmap &amp;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66CC"/>
                </a:solidFill>
              </a:defRPr>
            </a:pPr>
            <a:r>
              <a:t>0–6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486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Choose 2–3 pilot neighborhoods via equity criteria.</a:t>
            </a:r>
            <a:br/>
            <a:r>
              <a:t>Quick‑build: school streets, pop‑up bikeways, curb management zones.</a:t>
            </a:r>
            <a:br/>
            <a:r>
              <a:t>Launch co‑design workshops; publish access baseline and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66CC"/>
                </a:solidFill>
              </a:defRPr>
            </a:pPr>
            <a:r>
              <a:t>6–18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6400800" cy="5486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Make successful pilots permanent; shade trees and drainage added.</a:t>
            </a:r>
            <a:br/>
            <a:r>
              <a:t>Zoning updates: missing‑middle, corner retail, parking reform.</a:t>
            </a:r>
            <a:br/>
            <a:r>
              <a:t>Transit: signal priority, bus lanes on key corridors.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66CC"/>
                </a:solidFill>
              </a:defRPr>
            </a:pPr>
            <a:r>
              <a:t>18–36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6400800" cy="5486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Scale to additional districts; integrate health and economic KPIs.</a:t>
            </a:r>
            <a:br/>
            <a:r>
              <a:t>Institutionalize curb pricing; fund maintenance and main‑street grants.</a:t>
            </a:r>
            <a:br/>
            <a:r>
              <a:t>Annual report with isochrone maps and crash/health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914400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% residents within 15‑min walk to 5+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Serious injuries (ped/bike) per 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Mode share (walk/bike/transit/car)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852159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Retail occupancy on pilot corridors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7498079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Access Index by tract (isochrone‑based)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9144000"/>
            <a:ext cx="5943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66CC"/>
                </a:solidFill>
              </a:defRPr>
            </a:pPr>
            <a:r>
              <a:t>Curb use compliance (deliveries/ride‑hail/micromobility)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