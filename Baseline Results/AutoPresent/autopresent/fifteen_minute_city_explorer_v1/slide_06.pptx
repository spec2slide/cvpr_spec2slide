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0F0F0"/>
          </a:solidFill>
        </p:spPr>
        <p:txBody>
          <a:bodyPr/>
          <a:lstStyle/>
          <a:p>
            <a:pPr>
              <a:defRPr sz="4400">
                <a:solidFill>
                  <a:srgbClr val="00468C"/>
                </a:solidFill>
              </a:defRPr>
            </a:pPr>
            <a:r>
              <a:t>Mixed‑Use Zoning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Form‑Based Codes: Regulate form and frontage, not just use; ensure active ground floors.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Missing‑Middle Housing: Triplexes, courtyard apts, ADUs to diversify options near services.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Adaptive Reuse: Convert offices/big‑box to housing, schools, clinics.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Parking Reform: Eliminate minimums; use maximums/shared/cash‑out; price curbs.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Inclusionary Zoning: Reserve % of units as affordable near transit/amenities.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Corner Commercial Allowance: Small‑format retail/childcare/cafés embedded in residential blocks.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3716000" cy="914400"/>
          </a:xfrm>
          <a:prstGeom prst="rect">
            <a:avLst/>
          </a:prstGeom>
          <a:solidFill>
            <a:srgbClr val="D2D2D2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3C3C3C"/>
                </a:solidFill>
              </a:defRPr>
            </a:pPr>
            <a:r>
              <a:t>Policy Note: Pair zoning with grants/TA for small developers and main-street businesses.</a:t>
            </a:r>
          </a:p>
        </p:txBody>
      </p:sp>
      <p:pic>
        <p:nvPicPr>
          <p:cNvPr id="5" name="Picture 4" descr="mixed_use_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