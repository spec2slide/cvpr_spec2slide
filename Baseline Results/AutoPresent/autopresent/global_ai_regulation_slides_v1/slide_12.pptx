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KPI Dashboard (Executive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% AI inventory complete — Definition: Inventoried AI uses / known uses — Target: ≥ 95% — Viz: Progress bar by business unit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% high‑risk approved — Definition: Approved high‑risk uses / total high‑risk identified — Target: ≥ 90% — Viz: Stacked bar (approved/pending/blocked)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Bias/security tests pass rate — Definition: Passed required tests / total required — Target: ≥ 98% — Viz: Sparkline + latest value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Time to incident containment — Definition: Median hours from detection to containment — Target: ≤ 4h — Viz: Single big number + trend arrow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EU technical doc completeness — Definition: Required artifacts present for EU high‑risk systems — Target: ≥ 95% — Viz: Gauge by system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Vendor/GPAI due diligence coverage — Definition: Vendors with completed DD / total vendors — Target: ≥ 90% — Viz: Donut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36576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3366"/>
                </a:solidFill>
              </a:defRPr>
            </a:pPr>
            <a:r>
              <a:t>Filters: Region (US/EU/UK/CN), Risk tier, Business unit</a:t>
            </a:r>
            <a:br/>
            <a:r>
              <a:t>Cadence: Monthly review; quarterly board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