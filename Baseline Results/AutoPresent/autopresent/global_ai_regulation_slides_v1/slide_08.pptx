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Governance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Board/Risk Committee: sets risk appetite; oversees high-risk approvals.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Executive Sponsor (CRO/CISO/CTO/GC): accountable for AI risk program.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AI Risk Committee: cross-functional (Risk, Legal, Privacy, Security, Ethics, Compliance, Engineering, Product, HR).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Model Risk Management (MRM): independent validation/testing of high-risk models.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Data Protection/Privacy: DPIAs/AI impact assessments; data rights and retention.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Business Owners: define use-cases; own outcomes and controls.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AI Ops/SRE: monitoring, incident response, rollback.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64008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1st line: Product/Engineering/Operations own controls.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2nd line: Risk/Compliance/Privacy set policy; review and challenge.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3rd line: Internal Audit independently assures.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37160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Classify use-case risk — R: Product; A: Exec Sponsor; C: Risk/Privacy; I: Audit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Approve high-risk deployment — R: AI Risk Committee; A: Board/Risk Cttee; C: Legal/MRM; I: Ops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Incident disclosure/notification — R: Ops/Security; A: Legal/Privacy; C: Comms; I: Execs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0"/>
            <a:ext cx="137160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333333"/>
                </a:solidFill>
              </a:defRPr>
            </a:pPr>
            <a:r>
              <a:t>Diagram Note: Org chart top-down with cross-functional committee hub; swimlanes for 3 lines of defense.</a:t>
            </a:r>
            <a:br/>
            <a:r>
              <a:t>Slide Design: Org chart + decision swimlanes; crisp RACI table callout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