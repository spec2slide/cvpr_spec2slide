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3600">
                <a:solidFill>
                  <a:srgbClr val="000066"/>
                </a:solidFill>
              </a:defRPr>
            </a:pPr>
            <a:r>
              <a:t>Comparison Matrix: US, EU, UK, China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Scope/Approach: Sectoral + executive/agency actions; risk management guidance (NIST AI RMF).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Risk Tiers: No singular statutory tiers; agency/context‑based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Prohibited Uses: No national AI‑specific bans; constraints via existing laws (UDAP, civil rights, safety).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3200400" cy="13716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Key Obligations (Provider): Safety testing/red‑teaming and reporting for powerful models per EO; transparency claims scrutiny (FTC).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Key Obligations (Deployer): Agency impact assessments (OMB) for federal uses; sector rules (EEOC, CFPB, FDA, etc.).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Enforcement: FTC, DOJ, EEOC, CFPB, FDA, NHTSA, state AGs, others.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3152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Penalties: Existing law penalties (UDAP, discrimination, safety).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2296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Status: Active via EO/agency guidance; legislation evolving.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3716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Scope/Approach: Horizontal risk‑based regulation across the single market.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860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Risk Tiers: Unacceptable (banned), High‑risk, Limited‑risk, Minimal‑risk; GPAI duties.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004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Prohibited Uses: Manipulative, social scoring, certain biometric uses (subject to narrow exceptions).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14800"/>
            <a:ext cx="3200400" cy="13716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Key Obligations (Provider): QMS, data governance, risk mgmt, technical docs, logging, human oversight, CE marking for high‑risk; GPAI model transparency/diligence.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4864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Key Obligations (Deployer): High‑risk use‑case risk mgmt, competent human oversight, logs, transparency to users; fundamental‑rights impact assessments in some contexts.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008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Enforcement: National market surveillance authorities + EU coordination.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73152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Penalties: Significant administrative fines (multi‑million EUR and/or % of global turnover, by infringement).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82296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Status: Adopted 2024; phased application 2025–2026.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3716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Scope/Approach: Principles‑based, regulator‑led (safety, security, fairness, accountability, contestability).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860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Risk Tiers: No statutory tiers; risk‑proportional guidance via regulators.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2004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Prohibited Uses: Case‑by‑case under existing laws (data protection, consumer, competition, safety).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14800"/>
            <a:ext cx="3200400" cy="13716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Key Obligations (Provider): Demonstrate adherence to principles; engage with regulators; UK AI Safety Institute evaluations for frontier models.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4864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Key Obligations (Deployer): Risk assessments, transparency, DPIAs where relevant; sector regulator guidance (ICO, FCA, CMA, MHRA).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008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Enforcement: Existing regulators (ICO, CMA, FCA, MHRA, HSE) with coordination.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73152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Penalties: Under existing regimes (e.g., UK GDPR fines, consumer law remedies).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82296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Status: Principles in force; further guidance and evaluations ongoing.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13716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Scope/Approach: Content/security‑focused measures for algorithms, deep synthesis, and generative AI.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22860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Risk Tiers: Risk managed via security assessments, content rules, and filings.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32004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Prohibited Uses: Content that endangers national security, social order, or violates public policy/law.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4114800"/>
            <a:ext cx="3200400" cy="13716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Key Obligations (Provider): Algorithm filing, security assessments, training data provenance, content moderation, watermarking/labeling.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54864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Key Obligations (Deployer): Real‑name verification, user notice, complaint handling, moderation workflows.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008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Enforcement: CAC (primary), with MIIT and other authorities.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7315200"/>
            <a:ext cx="3200400" cy="914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Penalties: Administrative fines, rectification orders, suspension of services.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8229600"/>
            <a:ext cx="3200400" cy="914400"/>
          </a:xfrm>
          <a:prstGeom prst="rect">
            <a:avLst/>
          </a:prstGeom>
          <a:solidFill>
            <a:srgbClr val="E6E6E6"/>
          </a:solidFill>
        </p:spPr>
        <p:txBody>
          <a:bodyPr wrap="square">
            <a:spAutoFit/>
          </a:bodyPr>
          <a:lstStyle/>
          <a:p/>
          <a:p>
            <a:pPr>
              <a:defRPr sz="1000" b="0">
                <a:solidFill>
                  <a:srgbClr val="000000"/>
                </a:solidFill>
              </a:defRPr>
            </a:pPr>
            <a:r>
              <a:t>Status: In force; filings and rectifications ongoing.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