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0000"/>
          </a:solidFill>
        </p:spPr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Risk Taxonomy and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Unacceptable — Examples: Manipulative or social‑scoring systems; Real‑time remote biometric ID in public (with narrow exceptions) — Treatment: Prohibited (EU) or highly restricted elsewhere.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High‑Risk — Examples: Employment screening; Creditworthiness; Medical devices; Critical infrastructure — Treatment: QMS, testing, documentation, registration/marking, strong oversight.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Limited‑Risk — Examples: Chatbots requiring disclosure; AI that interacts with the public — Treatment: Transparency obligations; basic controls.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Minimal‑Risk — Examples: Spam filters; AI‑assisted spelling — Treatment: Good‑practice controls; minimal regulation.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0"/>
            <a:ext cx="5486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EU: Direct mapping to tiers above.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US: Context‑based; align ‘high‑risk’ to safety‑, rights‑, or critical‑function contexts (OMB/NIST).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UK: Principles‑proportionate; treat higher potential harm as ‘high‑risk’.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CN: Risk via security/content impact; uses triggering filing/review treated as high‑risk.</a:t>
            </a:r>
          </a:p>
        </p:txBody>
      </p:sp>
      <p:pic>
        <p:nvPicPr>
          <p:cNvPr id="5" name="Picture 4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