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0F0F0"/>
          </a:solidFill>
        </p:spPr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Executive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8229600" cy="5943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Glossary: Shared language for speed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Regulatory Timeline (2016–2025): What happened, what’s next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Comparison Matrix: US, EU AI Act, UK, China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Obligations by Role: Developer vs. Deployer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Risk Taxonomy: Mapping use‑case risk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Governance Operating Model: Who decides, who signs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Data/ML Lifecycle Controls: Build‑to‑operate gates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Enforcement Caselets: Patterns and lessons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Adoption Roadmap: 0–18 months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KPI Dashboard: What to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