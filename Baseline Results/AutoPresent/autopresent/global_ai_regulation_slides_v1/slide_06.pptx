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3400">
                <a:solidFill>
                  <a:srgbClr val="003366"/>
                </a:solidFill>
              </a:defRPr>
            </a:pPr>
            <a:r>
              <a:t>Obligations by Role: Developer vs. Deployer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Establish AI QMS: policies, roles, training, documentation.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Data governance: provenance, consent/rights, quality, representativeness.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Model risk management: testing (safety, security, bias, robustness), adversarial/red‑team exercises.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Technical documentation: model cards, data sheets, evaluation reports, usage constraints.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High‑risk/GPAI specifics: EU conformity approach, GPAI transparency/diligence; US EO reporting for powerful models; CN algorithm filing/security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1371600"/>
            <a:ext cx="6858000" cy="3657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Use‑case risk assessment: context, impact on individuals/rights, safety dependencies.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Human oversight design: competence, escalation/override, fallback procedures.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Operational controls: logging, monitoring, incident reporting, rollback plans.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Transparency to end‑users: notices, labeling (e.g., synthetic content), records retention.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Sectoral compliance: employment, credit, health, safety; public sector IA (OMB/UK, where applicable).</a:t>
            </a:r>
          </a:p>
        </p:txBody>
      </p:sp>
      <p:pic>
        <p:nvPicPr>
          <p:cNvPr id="5" name="Picture 4" descr="code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pic>
        <p:nvPicPr>
          <p:cNvPr id="6" name="Picture 5" descr="documentation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640080"/>
            <a:ext cx="457200" cy="457200"/>
          </a:xfrm>
          <a:prstGeom prst="rect">
            <a:avLst/>
          </a:prstGeom>
        </p:spPr>
      </p:pic>
      <p:pic>
        <p:nvPicPr>
          <p:cNvPr id="7" name="Picture 6" descr="heads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640080"/>
            <a:ext cx="457200" cy="457200"/>
          </a:xfrm>
          <a:prstGeom prst="rect">
            <a:avLst/>
          </a:prstGeom>
        </p:spPr>
      </p:pic>
      <p:pic>
        <p:nvPicPr>
          <p:cNvPr id="8" name="Picture 7" descr="log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0" y="640080"/>
            <a:ext cx="457200" cy="457200"/>
          </a:xfrm>
          <a:prstGeom prst="rect">
            <a:avLst/>
          </a:prstGeom>
        </p:spPr>
      </p:pic>
      <p:pic>
        <p:nvPicPr>
          <p:cNvPr id="9" name="Picture 8" descr="handoff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572000"/>
            <a:ext cx="9144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