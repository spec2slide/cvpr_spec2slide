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800">
                <a:solidFill>
                  <a:srgbClr val="FFFFFF"/>
                </a:solidFill>
              </a:defRPr>
            </a:pPr>
            <a:r>
              <a:t>Programmable Medicine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2860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400" b="0">
                <a:solidFill>
                  <a:srgbClr val="FFFFFF"/>
                </a:solidFill>
              </a:defRPr>
            </a:pPr>
            <a:r>
              <a:t>Guided by a short RNA, CRISPR tools cut, nick, or rewrite DNA/RNA—turning sequence into a therapeutic address.</a:t>
            </a:r>
          </a:p>
        </p:txBody>
      </p:sp>
      <p:pic>
        <p:nvPicPr>
          <p:cNvPr id="4" name="Picture 3" descr="guide_rna_d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3657600"/>
            <a:ext cx="9144000" cy="2743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