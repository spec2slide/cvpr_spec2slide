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CRISPR: From Discovery to Clinic</a:t>
            </a:r>
          </a:p>
        </p:txBody>
      </p:sp>
      <p:pic>
        <p:nvPicPr>
          <p:cNvPr id="3" name="Picture 2" descr="crispr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2004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0">
                <a:solidFill>
                  <a:srgbClr val="FFFFFF"/>
                </a:solidFill>
              </a:defRPr>
            </a:pPr>
            <a:r>
              <a:t>A concise tour from bacterial immunity to first‑in‑class human therapies—science, delivery, safety, ethics, and markets.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