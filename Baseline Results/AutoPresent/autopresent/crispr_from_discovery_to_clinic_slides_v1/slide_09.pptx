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0000"/>
                </a:solidFill>
              </a:defRPr>
            </a:pPr>
            <a:r>
              <a:t>Market Outlook: CRISPR Therapeutics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68580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Progressive approvals in hematology and liver indications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Manufacturing scale‑up reduces COGS and expands access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Extrahepatic delivery breakthroughs by late decade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Pricing pressure partially offset by outcomes‑based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0">
                <a:solidFill>
                  <a:srgbClr val="000000"/>
                </a:solidFill>
              </a:defRPr>
            </a:pPr>
            <a:r>
              <a:t>Notes: For planning discussion only; directional and non‑binding; not investment advice</a:t>
            </a:r>
          </a:p>
        </p:txBody>
      </p:sp>
      <p:pic>
        <p:nvPicPr>
          <p:cNvPr id="5" name="Picture 4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