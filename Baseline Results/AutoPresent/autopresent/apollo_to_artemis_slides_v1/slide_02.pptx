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00008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5486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Key Figures &amp; Quotes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Vehicle Evolution (Saturn V → SLS/Orion; Starship context)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Mission Timeline (Apollo to Artemis)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Budget Trends (inflation-adjusted)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Technology Advances (materials, computing, guidance)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Risks &amp; Mitigations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International Partners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Cultural Impact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What’s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