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FFFFFF"/>
                </a:solidFill>
              </a:defRPr>
            </a:pPr>
            <a:r>
              <a:t>Cultural Impact</a:t>
            </a:r>
          </a:p>
        </p:txBody>
      </p:sp>
      <p:pic>
        <p:nvPicPr>
          <p:cNvPr id="3" name="Picture 2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3716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0">
                <a:solidFill>
                  <a:srgbClr val="FFFFFF"/>
                </a:solidFill>
              </a:defRPr>
            </a:pPr>
            <a:r>
              <a:t>Highlights: Earthrise (Apollo 8) and Blue Marble (Apollo 17) reshaped global environmental awareness. STEM inspiration: generations of scientists, engineers, and explorers. Shared global moments: live broadcasts, classroom lessons, public art and film. Artemis expands representation: commitment to land the first woman and first person of color on the Moon. Commercial era storytelling: new icons, new access, broader participation.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 b="1">
                <a:solidFill>
                  <a:srgbClr val="FFFFFF"/>
                </a:solidFill>
              </a:defRPr>
            </a:pPr>
            <a:r>
              <a:t>Ripple Diagram of Impact: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280160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Center: Apollo Achievements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Rings: Imagery &amp; Media, Education &amp; Workforce, Policy &amp; Cooperation, Sustainable Exploration via Artemis</a:t>
            </a:r>
          </a:p>
        </p:txBody>
      </p:sp>
      <p:pic>
        <p:nvPicPr>
          <p:cNvPr id="7" name="Picture 6" descr="earthr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486400"/>
            <a:ext cx="4572000" cy="2743200"/>
          </a:xfrm>
          <a:prstGeom prst="rect">
            <a:avLst/>
          </a:prstGeom>
        </p:spPr>
      </p:pic>
      <p:pic>
        <p:nvPicPr>
          <p:cNvPr id="8" name="Picture 7" descr="boot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5486400"/>
            <a:ext cx="4572000" cy="2743200"/>
          </a:xfrm>
          <a:prstGeom prst="rect">
            <a:avLst/>
          </a:prstGeom>
        </p:spPr>
      </p:pic>
      <p:pic>
        <p:nvPicPr>
          <p:cNvPr id="9" name="Picture 8" descr="classr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5486400"/>
            <a:ext cx="45720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