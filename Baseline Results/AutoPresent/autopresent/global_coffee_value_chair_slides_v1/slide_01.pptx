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Global Coffee Value Chain Sustainability</a:t>
            </a:r>
          </a:p>
        </p:txBody>
      </p:sp>
      <p:pic>
        <p:nvPicPr>
          <p:cNvPr id="3" name="Picture 2" descr="coffee_f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FFFFFF"/>
                </a:solidFill>
              </a:defRPr>
            </a:pPr>
            <a:r>
              <a:t>From farm to cup: risks, impacts, and actions to decarbonize, protect livelihoods, and meet rising consumer expectations.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