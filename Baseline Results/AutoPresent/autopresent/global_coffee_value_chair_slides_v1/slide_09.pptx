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0000"/>
                </a:solidFill>
              </a:defRPr>
            </a:pPr>
            <a:r>
              <a:t>Consumer Trendlines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2286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Specialty share rising (+2–3 pp over 5 yrs).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Ready-to-Drink (RTD) CAGR ~8–10% (global).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Eco-label purchase intent ~+12 pp since 2018.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At-home brewing upgrades post-2020; grinder/espresso penetration up.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Plant-based milks in coffee: double-digit growth; sustainability cited.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91440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Price sensitivity: at-home demand elasticity ≈ -0.6; out-of-home ≈ -1.1 (indicative).</a:t>
            </a:r>
          </a:p>
        </p:txBody>
      </p:sp>
      <p:pic>
        <p:nvPicPr>
          <p:cNvPr id="5" name="Picture 4" descr="trendlin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6400800" cy="4114800"/>
          </a:xfrm>
          <a:prstGeom prst="rect">
            <a:avLst/>
          </a:prstGeom>
        </p:spPr>
      </p:pic>
      <p:pic>
        <p:nvPicPr>
          <p:cNvPr id="6" name="Picture 5" descr="lifestyle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