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000000"/>
                </a:solidFill>
              </a:defRPr>
            </a:pPr>
            <a:r>
              <a:t>Interventions and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0000"/>
                </a:solidFill>
              </a:defRPr>
            </a:pPr>
            <a:r>
              <a:t>Shade agroforestry: Capex $350/ha, Payback: 3-4 yrs, Abatement: 18 tCO2e, Benefits: Heat resilience, Biodiversity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Soil health: Capex $120/ha/yr, Payback: 1-2 yrs, Abatement: 9 tCO2e, Benefits: Yield +8%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Precision fertilization: Capex $50/ha, Payback: &lt;1 yr, Abatement: 6 tCO2e, Benefits: Input savings 15%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Wet mill water recycle: Capex $7k/co-op, Payback: 2-3 yrs, Abatement: 14 tCO2e, Benefits: Effluent control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Efficient roasters: Capex $70k/plant, Payback: ≈3 yrs, Abatement: 22 tCO2e, Benefits: Quality consistency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On-site solar: Capex $150k, Payback: 4-6 yrs, Abatement: 12 tCO2e, Benefits: Energy cost hedge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Lightweight packs: Capex $0.05/bag, Payback: Immediate, Abatement: 2 tCO2e, Benefits: Lower material use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Ocean freight optimization: Payback: Immediate, Abatement: 5 tCO2e, Benefits: Lower cost</a:t>
            </a:r>
          </a:p>
        </p:txBody>
      </p:sp>
      <p:pic>
        <p:nvPicPr>
          <p:cNvPr id="5" name="Picture 4" descr="bubbl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