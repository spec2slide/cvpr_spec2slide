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anke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128016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371600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Mass flow baseline:</a:t>
            </a:r>
            <a:br/>
            <a:r>
              <a:t>From 100 units cherries → ~20 units green → ~17 units roasted → ~16 units sold (losses, QC).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0" y="1828800"/>
            <a:ext cx="2286000" cy="68580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br/>
            <a:pPr>
              <a:defRPr sz="1800" b="0">
                <a:solidFill>
                  <a:srgbClr val="000000"/>
                </a:solidFill>
              </a:defRPr>
            </a:pPr>
            <a:r>
              <a:t>Energy hotspots:</a:t>
            </a:r>
            <a:br/>
            <a:r>
              <a:t>- Roasting</a:t>
            </a:r>
            <a:br/>
            <a:r>
              <a:t>- Brewing (consumer)</a:t>
            </a:r>
            <a:br/>
            <a:r>
              <a:t>- Ocean freight (if air freight avoided)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