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0066CC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1. Origin Regions Map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2. Farm Economics (Cost/Yield)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3. Climate Risk Hotspots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4. Processing &amp; Logistics Flow (Sankey)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5. Certification Landscape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6. Retail Margin Waterfall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7. Consumer Trendlines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8. LCA Results (Farm → Cup)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9. Interventions &amp; ROI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10. Implementation Roadmap + Stakeholder Callouts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