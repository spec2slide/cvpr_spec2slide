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400">
                <a:solidFill>
                  <a:srgbClr val="0066CC"/>
                </a:solidFill>
              </a:defRPr>
            </a:pPr>
            <a:r>
              <a:t>Key Risks and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Electrification performance shortfall (temperature, throughput):</a:t>
            </a:r>
            <a:br/>
            <a:r>
              <a:t>  - Likelihood: Medium</a:t>
            </a:r>
            <a:br/>
            <a:r>
              <a:t>  - Impact: High</a:t>
            </a:r>
            <a:br/>
            <a:r>
              <a:t>  - Mitigation: Pilot on one line; include fallback gas trim; thermal storage; vendor performance guarantees</a:t>
            </a:r>
            <a:br/>
            <a:r>
              <a:t>  - Owner: VP Operations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PPA basis/price risk and counterparty credit:</a:t>
            </a:r>
            <a:br/>
            <a:r>
              <a:t>  - Likelihood: Medium</a:t>
            </a:r>
            <a:br/>
            <a:r>
              <a:t>  - Impact: Medium-High</a:t>
            </a:r>
            <a:br/>
            <a:r>
              <a:t>  - Mitigation: Hub selection analysis; add basis hedge; multi-seller RFP; credit insurance</a:t>
            </a:r>
            <a:br/>
            <a:r>
              <a:t>  - Owner: CFO / Energy Procurement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Capex overrun and schedule slip:</a:t>
            </a:r>
            <a:br/>
            <a:r>
              <a:t>  - Likelihood: Medium</a:t>
            </a:r>
            <a:br/>
            <a:r>
              <a:t>  - Impact: High</a:t>
            </a:r>
            <a:br/>
            <a:r>
              <a:t>  - Mitigation: EPC wrap; 15% contingency; stage-gate FEED; weekly PMO controls</a:t>
            </a:r>
            <a:br/>
            <a:r>
              <a:t>  - Owner: PMO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Long-lead equipment delays (transformers, switchgear):</a:t>
            </a:r>
            <a:br/>
            <a:r>
              <a:t>  - Likelihood: High</a:t>
            </a:r>
            <a:br/>
            <a:r>
              <a:t>  - Impact: Medium</a:t>
            </a:r>
            <a:br/>
            <a:r>
              <a:t>  - Mitigation: Early procurement (NTP Q4); multi-source vendors; temporary rentals</a:t>
            </a:r>
            <a:br/>
            <a:r>
              <a:t>  - Owner: Supply Chain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Policy/EAC claim changes (RECs quality, additionality):</a:t>
            </a:r>
            <a:br/>
            <a:r>
              <a:t>  - Likelihood: Medium</a:t>
            </a:r>
            <a:br/>
            <a:r>
              <a:t>  - Impact: Medium</a:t>
            </a:r>
            <a:br/>
            <a:r>
              <a:t>  - Mitigation: Prioritize bundled VPPA; align with market-based reporting (GHG Protocol); annual assurance</a:t>
            </a:r>
            <a:br/>
            <a:r>
              <a:t>  - Owner: Sustainability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Change management &amp; operator adoption:</a:t>
            </a:r>
            <a:br/>
            <a:r>
              <a:t>  - Likelihood: Medium</a:t>
            </a:r>
            <a:br/>
            <a:r>
              <a:t>  - Impact: Medium</a:t>
            </a:r>
            <a:br/>
            <a:r>
              <a:t>  - Mitigation: Formal training, SOP updates, incentive plans; kaizen cycles</a:t>
            </a:r>
            <a:br/>
            <a:r>
              <a:t>  - Owner: Plant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3716000" cy="914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0000"/>
                </a:solidFill>
              </a:defRPr>
            </a:pPr>
            <a:r>
              <a:t>(Risk Matrix Chart Placeholder)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