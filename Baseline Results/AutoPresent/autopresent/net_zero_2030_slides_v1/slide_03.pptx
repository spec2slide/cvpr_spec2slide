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FFF"/>
          </a:solidFill>
        </p:spPr>
        <p:txBody>
          <a:bodyPr/>
          <a:lstStyle/>
          <a:p>
            <a:pPr>
              <a:defRPr sz="3200">
                <a:solidFill>
                  <a:srgbClr val="000000"/>
                </a:solidFill>
              </a:defRPr>
            </a:pPr>
            <a:r>
              <a:t>Baseline Emissions and 2030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731520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br/>
            <a:pPr>
              <a:defRPr sz="1200" b="0">
                <a:solidFill>
                  <a:srgbClr val="000000"/>
                </a:solidFill>
              </a:defRPr>
            </a:pPr>
            <a:r>
              <a:t>Baseline year: 2023</a:t>
            </a:r>
            <a:br/>
            <a:r>
              <a:t>Totals ktCO2e:</a:t>
            </a:r>
            <a:br/>
            <a:r>
              <a:t>  Scope 1: 25</a:t>
            </a:r>
            <a:br/>
            <a:r>
              <a:t>  Scope 2 location based: 20</a:t>
            </a:r>
            <a:br/>
            <a:r>
              <a:t>  Scope 3: 105</a:t>
            </a:r>
            <a:br/>
            <a:r>
              <a:t>  Total: 150</a:t>
            </a:r>
            <a:br/>
            <a:br/>
            <a:r>
              <a:t>Target 2030 post abatement ktCO2e:</a:t>
            </a:r>
            <a:br/>
            <a:r>
              <a:t>  Scope 1: 1</a:t>
            </a:r>
            <a:br/>
            <a:r>
              <a:t>  Scope 2 market based: 0</a:t>
            </a:r>
            <a:br/>
            <a:r>
              <a:t>  Scope 3: 59</a:t>
            </a:r>
            <a:br/>
            <a:r>
              <a:t>  Total: 60</a:t>
            </a:r>
            <a:br/>
            <a:br/>
            <a:r>
              <a:t>Neutralization plan: Neutralize residual 60 ktCO2e in 2030 with high-durability removals (mineralization/BECCS).</a:t>
            </a:r>
            <a:br/>
          </a:p>
        </p:txBody>
      </p:sp>
      <p:pic>
        <p:nvPicPr>
          <p:cNvPr id="4" name="Picture 3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144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