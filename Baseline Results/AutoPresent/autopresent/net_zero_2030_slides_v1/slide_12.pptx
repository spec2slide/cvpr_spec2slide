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3366"/>
                </a:solidFill>
              </a:defRPr>
            </a:pPr>
            <a:r>
              <a:t>Within 30 days: finalize governance charter, approve VPPA RFP, kick off leak survey and lighting audits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Within 60 days: shortlist VPPA bids; complete electrification FEED; secure utility IA queue position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Within 90 days: board go/no-go on VPPA; lock incentives (ITC/grants); wave-1 efficiency works mobilized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By year-end: execute VPPA; NTP for on-site solar; supplier code of conduct issued; risk register live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Outcome: Scopes 1+2 net-zero by 2027; 90 kt abatement by 2030; 60 kt neutralized via durable removals</a:t>
            </a:r>
          </a:p>
        </p:txBody>
      </p:sp>
      <p:pic>
        <p:nvPicPr>
          <p:cNvPr id="4" name="Picture 3" descr="operator_hand_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