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0000"/>
          </a:solidFill>
        </p:spPr>
        <p:txBody>
          <a:bodyPr/>
          <a:lstStyle/>
          <a:p>
            <a:pPr>
              <a:defRPr sz="5600">
                <a:solidFill>
                  <a:srgbClr val="FFFFFF"/>
                </a:solidFill>
              </a:defRPr>
            </a:pPr>
            <a:r>
              <a:t>Zero Trust Adoption Guide</a:t>
            </a:r>
          </a:p>
        </p:txBody>
      </p:sp>
      <p:pic>
        <p:nvPicPr>
          <p:cNvPr id="3" name="Picture 2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0">
                <a:solidFill>
                  <a:srgbClr val="FFFFFF"/>
                </a:solidFill>
              </a:defRPr>
            </a:pPr>
            <a:r>
              <a:t>Practical enterprise playbook to move from perimeter trust to continuous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