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315200" cy="18288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  <a:r>
              <a:t>Name sponsor, form steering committee, define KPIs/SLOs.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Harden IdP: MFA for all, block legacy protocols, SSO top apps.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Stand up policy-as-code repo; enable logging to SIEM; create break-glass SOP.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7315200" cy="18288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  <a:r>
              <a:t>Identity (CISO + IAM lead)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Device (EUEM/EDR lead)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Network/ZTNA (Network Sec lead)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Applications (AppSec + Platform)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Data (Data Gov + Sec)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Telemetry/Automation (SecOps/SOAR)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7315200" cy="18288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  <a:r>
              <a:t>Target architecture &amp; ADRs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Maturity heatmap with 12m targets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90/180/365 roadmap &amp; RACI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Exception policy with review SLA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Communication plan &amp;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371600"/>
            <a:ext cx="5486400" cy="3657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FF4500"/>
                </a:solidFill>
              </a:defRPr>
            </a:pPr>
            <a:r>
              <a:t>Workstream | Owner | Next Milestone | Date</a:t>
            </a:r>
          </a:p>
          <a:p>
            <a:pPr>
              <a:defRPr sz="1400">
                <a:solidFill>
                  <a:srgbClr val="FF4500"/>
                </a:solidFill>
              </a:defRPr>
            </a:pPr>
            <a:r>
              <a:t>Identity | IAM lead | MFA complete for all | D+60</a:t>
            </a:r>
          </a:p>
          <a:p>
            <a:pPr>
              <a:defRPr sz="1400">
                <a:solidFill>
                  <a:srgbClr val="FF4500"/>
                </a:solidFill>
              </a:defRPr>
            </a:pPr>
            <a:r>
              <a:t>ZTNA | NetSec lead | 20 apps onboarded | D+120</a:t>
            </a:r>
          </a:p>
        </p:txBody>
      </p:sp>
      <p:pic>
        <p:nvPicPr>
          <p:cNvPr id="7" name="Picture 6" descr="team_white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5029200"/>
            <a:ext cx="45720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