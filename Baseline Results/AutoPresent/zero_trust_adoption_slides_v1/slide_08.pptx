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Telemetry &amp; KPIs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8580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MFA adoption (% by population)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Managed/compliant devices (%)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Access decisions split (allow/step-up/deny)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Policy evaluation latency (p95)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High-risk sessions blocked (daily)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Privileged sessions using JIT (%)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MTTR for device noncompliance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Microsegment coverage (% assets behind PEPs)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Data egress blocks (by channel)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Certificate/key rotation age (p95)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0"/>
            <a:ext cx="64008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MFA adoption ≥ 98%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Policy evaluation p95 ≤ 250 ms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Compliant devices ≥ 90%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JIT usage for admin ≥ 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3200400"/>
            <a:ext cx="64008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IdP (auth logs, risk)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UEM/MDM &amp; EDR (posture/compliance)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ZTNA/SWG/API GW (decisions, latency)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PAM (privileged sessions)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SIEM/SOAR (alerts, response times)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DLP/CASB (exfil events)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CMDB (asset coverage)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