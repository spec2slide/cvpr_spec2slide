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800">
                <a:solidFill>
                  <a:srgbClr val="000000"/>
                </a:solidFill>
              </a:defRPr>
            </a:pPr>
            <a:r>
              <a:t>Agenda</a:t>
            </a:r>
          </a:p>
        </p:txBody>
      </p:sp>
      <p:pic>
        <p:nvPicPr>
          <p:cNvPr id="3" name="Picture 2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2800">
                <a:solidFill>
                  <a:srgbClr val="000000"/>
                </a:solidFill>
              </a:defRPr>
            </a:pPr>
            <a:r>
              <a:t>Core Principles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Reference Architecture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Maturity Model Heatmap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90/180/365 Rollout Plan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Exemplar Policies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Telemetry &amp; KPIs Dashboard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Common Pitfalls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Case Study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