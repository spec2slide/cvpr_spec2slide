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2F2F2"/>
          </a:solidFill>
        </p:spPr>
        <p:txBody>
          <a:bodyPr/>
          <a:lstStyle/>
          <a:p>
            <a:pPr>
              <a:defRPr sz="4400">
                <a:solidFill>
                  <a:srgbClr val="003366"/>
                </a:solidFill>
              </a:defRPr>
            </a:pPr>
            <a:r>
              <a:t>Phased Rollout: 90/180/365 Days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36576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1600">
                <a:solidFill>
                  <a:srgbClr val="000000"/>
                </a:solidFill>
              </a:defRPr>
            </a:pPr>
            <a:r>
              <a:t>Name exec sponsor; form ZT steering committee.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Baseline identity: SSO for top 20 apps; MFA for all users; block legacy auth.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Inventory devices; enroll corp endpoints in UEM; collect EDR posture.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Pilot ZTNA for 3 high-value apps; disable direct inbound to them.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Stand up policy-as-code repo; CI tests; logging to SIEM.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4572000" cy="36576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1600">
                <a:solidFill>
                  <a:srgbClr val="000000"/>
                </a:solidFill>
              </a:defRPr>
            </a:pPr>
            <a:r>
              <a:t>Expand ZTNA to 50+ apps; retire VPN for pilot groups.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Enable risk-based access and step-up for sensitive apps.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Microsegment Tier-0/1 assets; NAC posture for campus access.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Label data; enable email/web DLP; start SaaS tenant hardening.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JIT/JEA for admins; session recording for break-glass.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371600"/>
            <a:ext cx="4572000" cy="36576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1600">
                <a:solidFill>
                  <a:srgbClr val="000000"/>
                </a:solidFill>
              </a:defRPr>
            </a:pPr>
            <a:r>
              <a:t>90% app coverage behind PEPs (ZTNA/SWG/API GW).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Service-to-service mTLS; externalize authZ (OPA/XACML) for key apps.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Encrypt sensitive data by default; enforce egress policies.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Automate remediation (SOAR); drill incident tabletop; measure SLOs.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Decommission broad VPN; codify exceptions with review SLAs.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6400800"/>
            <a:ext cx="4572000" cy="4572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1200" b="0">
                <a:solidFill>
                  <a:srgbClr val="005199"/>
                </a:solidFill>
              </a:defRPr>
            </a:pPr>
            <a:r>
              <a:t>Day 30 → MFA+SSO baseline 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00800"/>
            <a:ext cx="4572000" cy="4572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1200" b="0">
                <a:solidFill>
                  <a:srgbClr val="005199"/>
                </a:solidFill>
              </a:defRPr>
            </a:pPr>
            <a:r>
              <a:t>Day 90 → ZTNA pilot 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00800"/>
            <a:ext cx="4572000" cy="4572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1200" b="0">
                <a:solidFill>
                  <a:srgbClr val="005199"/>
                </a:solidFill>
              </a:defRPr>
            </a:pPr>
            <a:r>
              <a:t>Day 180 → Microseg + DLP 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4572000" cy="4572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1200" b="0">
                <a:solidFill>
                  <a:srgbClr val="005199"/>
                </a:solidFill>
              </a:defRPr>
            </a:pPr>
            <a:r>
              <a:t>Day 365 → VPN minimized; policies automated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