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2800">
                <a:solidFill>
                  <a:srgbClr val="006633"/>
                </a:solidFill>
              </a:defRPr>
            </a:pPr>
            <a:r>
              <a:t>Farm Economics: Cost/Yield Breakdown (Arabica, Smallholder)</a:t>
            </a:r>
          </a:p>
        </p:txBody>
      </p:sp>
      <p:pic>
        <p:nvPicPr>
          <p:cNvPr id="3" name="Picture 2" descr="coffee_cher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32004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914400"/>
            <a:ext cx="5486400" cy="3200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3300"/>
                </a:solidFill>
              </a:defRPr>
            </a:pPr>
            <a:r>
              <a:t>Context: Illustrative per kg green coffee (USD, 2024) for a rainfed, mid-altitude arabica smallholder.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Per kg green costs: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Field labor (pruning, harvest): $1.10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Inputs (fertilizer, IPM): $0.60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Processing (wet/dry, parchment loss): $0.25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Transport to mill/market: $0.15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Compliance/admin/fees: $0.05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Finance (interest/working cap): $0.08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Revenue: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Farmgate price usd per kg: $2.50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Total cost usd per kg: $2.23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Gross margin usd per kg: $0.27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4297680"/>
            <a:ext cx="5486400" cy="2286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3300"/>
                </a:solidFill>
              </a:defRPr>
            </a:pPr>
            <a:r>
              <a:t>Yield metrics: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Trees per ha: 1600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Green yield kg per ha: 700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Annual revenue usd per ha: $1,750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Annual cost usd per ha: $1,561</a:t>
            </a:r>
          </a:p>
          <a:p>
            <a:pPr>
              <a:defRPr sz="1600">
                <a:solidFill>
                  <a:srgbClr val="003300"/>
                </a:solidFill>
              </a:defRPr>
            </a:pPr>
            <a:r>
              <a:t>  Annual margin usd per ha: $189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858000"/>
            <a:ext cx="1371600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666666"/>
                </a:solidFill>
              </a:defRPr>
            </a:pPr>
            <a:r>
              <a:t>Notes: Values vary widely by altitude, farm size, input prices, and certification participation.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