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Mission Timeline: Apollo to Artemis</a:t>
            </a:r>
          </a:p>
        </p:txBody>
      </p:sp>
      <p:pic>
        <p:nvPicPr>
          <p:cNvPr id="3" name="Picture 2" descr="lunar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FD700"/>
                </a:solidFill>
              </a:defRPr>
            </a:pPr>
            <a:r>
              <a:t>1961: JFK sets Moon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FD700"/>
                </a:solidFill>
              </a:defRPr>
            </a:pPr>
            <a:r>
              <a:t>1968: Apollo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D700"/>
                </a:solidFill>
              </a:defRPr>
            </a:pPr>
            <a:r>
              <a:t>1969: Apollo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FD700"/>
                </a:solidFill>
              </a:defRPr>
            </a:pPr>
            <a:r>
              <a:t>1970: Apollo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FD700"/>
                </a:solidFill>
              </a:defRPr>
            </a:pPr>
            <a:r>
              <a:t>1972: Apollo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4682B4"/>
                </a:solidFill>
              </a:defRPr>
            </a:pPr>
            <a:r>
              <a:t>2011: SLS authorized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4682B4"/>
                </a:solidFill>
              </a:defRPr>
            </a:pPr>
            <a:r>
              <a:t>2014: Orion EFT‑1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4682B4"/>
                </a:solidFill>
              </a:defRPr>
            </a:pPr>
            <a:r>
              <a:t>2020: Artemis Accords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4682B4"/>
                </a:solidFill>
              </a:defRPr>
            </a:pPr>
            <a:r>
              <a:t>2022: Artemis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4682B4"/>
                </a:solidFill>
              </a:defRPr>
            </a:pPr>
            <a:r>
              <a:t>2025: Artemis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4682B4"/>
                </a:solidFill>
              </a:defRPr>
            </a:pPr>
            <a:r>
              <a:t>2026: Artemis 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4682B4"/>
                </a:solidFill>
              </a:defRPr>
            </a:pPr>
            <a:r>
              <a:t>2028: Artemis IV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3152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FFFFFF"/>
                </a:solidFill>
              </a:defRPr>
            </a:pPr>
            <a:r>
              <a:t>Note: NET = No Earlier Than; schedules subject to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