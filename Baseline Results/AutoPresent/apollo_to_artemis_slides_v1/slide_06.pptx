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Budget Trends (Inflation-Adjusted)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0"/>
            <a:ext cx="13716000" cy="1828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003366"/>
                </a:solidFill>
              </a:defRPr>
            </a:pPr>
            <a:r>
              <a:t>Insights Apollo peak: NASA ≈4.3% of U.S. federal outlays (1966); constant-$ peak far above current levels. Artemis era: NASA ≈0.4–0.5% of federal outlays; Exploration accounts rising but below Apollo scale. Modern costs reflect safety, sustainability, and broader science/LEO programs.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37160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