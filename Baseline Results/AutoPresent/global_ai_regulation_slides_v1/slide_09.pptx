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579E"/>
          </a:solidFill>
        </p:spPr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Data/ML Lifecycle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3657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800">
                <a:solidFill>
                  <a:srgbClr val="000000"/>
                </a:solidFill>
              </a:defRPr>
            </a:pPr>
            <a:r>
              <a:t>Data Sourcing — Provenance/consent checks; Sensitive data minimization; Data quality SLAs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Development — Documented objectives/use constraints; Training/validation splits; Secure training pipelines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Evaluation — Accuracy/robustness tests; Bias/fairness metrics by cohort; Adversarial/red‑team exercises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Approval — Impact assessment (AIA/DPIA); Human oversight design; Regulatory mapping + sign‑offs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Deployment — Feature flags/kill‑switch; User notices/labeling; Access controls/abuse monitoring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Monitoring — Drift detection; Incident logging/triage; Periodic re‑validation and model cards updates</a:t>
            </a:r>
          </a:p>
        </p:txBody>
      </p:sp>
      <p:pic>
        <p:nvPicPr>
          <p:cNvPr id="4" name="Picture 3" descr="pipe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486400"/>
            <a:ext cx="12801600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000000"/>
                </a:solidFill>
              </a:defRPr>
            </a:pPr>
            <a:r>
              <a:t>Gates: Gate 1 (Build complete), Gate 2 (Risk/Privacy review), Gate 3 (Independent validation), Gate 4 (Go‑live), Gate 5 (Periodic review)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