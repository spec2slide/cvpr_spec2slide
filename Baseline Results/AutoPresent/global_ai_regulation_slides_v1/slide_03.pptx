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Rapid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A machine-based system that infers or outputs predictions, content, or decisions influencing environments (EU/US-aligned summary).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HIGH-RISK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EU AI Act category for systems with significant impact on health, safety, or fundamental rights; triggers strict obligations.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PROVIDER /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Entity that develops or places an AI system on the market (EU ‘provider’); roughly ‘developer’ in US/UK usage.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43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DEPLOYER /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Entity that uses an AI system under its authority (EU ‘deployer’); ‘operator’/‘user’ elsewhere.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GPAI / FOUNDATION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General-purpose model capable of a wide range of tasks (e.g., large language models), sometimes with extra obligations.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1148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CONFORMITY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6634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EU pre-market checks for high-risk systems (QMS, technical documentation, testing, CE marking).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ALGORITHM FILING (CN)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China CAC record-filing and security assessment for recommendation/generative/deep synthesis algorithms.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4864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IMPACT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0350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Risk assessment focusing on safety, bias, privacy, and rights (AIA/‘AIIA’, DPIA, US agency assessments).</a:t>
            </a:r>
          </a:p>
        </p:txBody>
      </p:sp>
      <p:pic>
        <p:nvPicPr>
          <p:cNvPr id="19" name="Picture 18" descr="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4630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