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800" b="1">
                <a:solidFill>
                  <a:srgbClr val="FFFFFF"/>
                </a:solidFill>
              </a:defRPr>
            </a:pPr>
            <a:r>
              <a:t>Semiconductor Shortage Case Study (2020–2023)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C8C8C8"/>
                </a:solidFill>
              </a:defRPr>
            </a:pPr>
            <a:r>
              <a:t>How a perfect storm of demand shifts, supply shocks, and geopolitics stretched lead times, idled factories, and reshaped industrial policy—and what resilient operators did differently.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4572000" cy="1828800"/>
          </a:xfrm>
          <a:prstGeom prst="rect">
            <a:avLst/>
          </a:prstGeom>
          <a:solidFill>
            <a:srgbClr val="0066CC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Demand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Supply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Policy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Resilience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