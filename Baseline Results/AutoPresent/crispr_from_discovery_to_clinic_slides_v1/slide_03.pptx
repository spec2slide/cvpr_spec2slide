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1. Discovery &amp; Key Figures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2. How CRISPR Works (mechanism diagram)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3. Breakthroughs Timeline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4. Delivery Modalities (AAV, LNP, ex vivo)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5. Therapeutic Pipeline Landscape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6. Market Outlook (size &amp; segments)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7. Clinical Risks, Ethics &amp; Regulation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8. Case Studies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9. What’s Next: Future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