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Key Figures</a:t>
            </a:r>
          </a:p>
        </p:txBody>
      </p:sp>
      <p:pic>
        <p:nvPicPr>
          <p:cNvPr id="3" name="Picture 2" descr="jennifer_dou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77840"/>
            <a:ext cx="3200400" cy="457200"/>
          </a:xfrm>
          <a:prstGeom prst="rect">
            <a:avLst/>
          </a:prstGeom>
          <a:solidFill>
            <a:srgbClr val="CCE5FF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Jennifer Doudna, PhD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32004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Background: UC Berkeley biochemist; co‑discovered programmable CRISPR‑Cas9 genome editing (2012). Pioneered governance and ethical discourse for genome editing. 2020 Nobel Prize in Chemistry (with Emmanuelle Charpentier)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Quote: “This technology gives us a way to rewrite the code of life. With that power comes profound responsibility.”</a:t>
            </a:r>
          </a:p>
        </p:txBody>
      </p:sp>
      <p:pic>
        <p:nvPicPr>
          <p:cNvPr id="6" name="Picture 5" descr="emmanuelle_charpe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3200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5577840"/>
            <a:ext cx="3200400" cy="457200"/>
          </a:xfrm>
          <a:prstGeom prst="rect">
            <a:avLst/>
          </a:prstGeom>
          <a:solidFill>
            <a:srgbClr val="CCE5FF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Emmanuelle Charpentier, PhD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126480"/>
            <a:ext cx="3200400" cy="1828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003366"/>
                </a:solidFill>
              </a:defRPr>
            </a:pPr>
            <a:r>
              <a:t>Background: Microbiologist who identified tracrRNA and co‑invented the CRISPR‑Cas9 editing system. Founding and scientific leadership at the Max Planck Unit for the Science of Pathogens. 2020 Nobel Prize in Chemistry</a:t>
            </a:r>
          </a:p>
          <a:p>
            <a:pPr>
              <a:defRPr sz="1400">
                <a:solidFill>
                  <a:srgbClr val="003366"/>
                </a:solidFill>
              </a:defRPr>
            </a:pPr>
            <a:r>
              <a:t>Quote: “CRISPR is a simple concept with transformative implications when directed with precision and care.”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