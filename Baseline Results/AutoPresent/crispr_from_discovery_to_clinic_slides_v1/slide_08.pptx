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Therapeutic Pipeline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2801600" cy="45720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Categories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Hematology (ex vivo)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• Indications: Sickle cell disease, β‑thalassemia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• Representative programs: Exa‑cel/CASGEVY (BCL11A enhancer KO); Base‑edited HSPCs (e.g., BEAM‑101)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Cardio‑metabolic (in vivo, liver)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• Indications: ATTR amyloidosis; Hypercholesterolemia (PCSK9); Lp(a) lowering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• Representative programs: NTLA‑2001 (TTR KO); VERVE‑101 (PCSK9 ABE)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Ophthalmology (in vivo, ocular)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• Indications: LCA10; Choroideremia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• Representative programs: EDIT‑101 (CEP290 intronic splice edit)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Oncology (ex vivo)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• Indications: B‑cell malignancies; Solid tumors (investigational)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• Representative programs: Multiplex‑edited allogeneic CAR‑T/NK (PD‑1, TRAC, B2M edits)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Rare genetic (various)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• Indications: AATD; DMD; CNS and hearing loss targets (preclinical)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• Representative programs: Emerging in vivo prime/base editors; targeted LNPs/capsids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6858000" cy="1828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Stage Counts (approximate)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Discovery/Preclinical programs: 200+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Phase 1 programs: ~40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Phase 2 programs: ~10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Phase 3 programs: 3–5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Approved programs: 1 (2023–24)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943600"/>
            <a:ext cx="6858000" cy="1828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Approved Therapy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Name: Exagamglogene autotemcel (exa‑cel/CASGEVY)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Modality: Ex vivo CRISPR/Cas9 RNP edit of autologous HSPCs (BCL11A enhancer)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Indications: Severe sickle cell disease; Transfusion‑dependent β‑thalassemia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Status snapshot: First CRISPR therapy approved in multiple regions (2023–24)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